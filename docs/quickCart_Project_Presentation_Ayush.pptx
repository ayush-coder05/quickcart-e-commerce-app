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886" y="201168"/>
            <a:ext cx="22497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dirty="0" smtClean="0">
                <a:solidFill>
                  <a:srgbClr val="002D5C"/>
                </a:solidFill>
                <a:latin typeface="Arial"/>
              </a:rPr>
              <a:t>AMITY
UNIVERSIT</a:t>
            </a:r>
            <a:r>
              <a:rPr lang="en-US" sz="2300" b="1" dirty="0" smtClean="0">
                <a:solidFill>
                  <a:srgbClr val="002D5C"/>
                </a:solidFill>
                <a:latin typeface="Arial"/>
              </a:rPr>
              <a:t>Y</a:t>
            </a:r>
            <a:endParaRPr sz="2300" b="1" dirty="0">
              <a:solidFill>
                <a:srgbClr val="002D5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dirty="0" smtClean="0">
                <a:solidFill>
                  <a:srgbClr val="002D5C"/>
                </a:solidFill>
                <a:latin typeface="Arial"/>
              </a:rPr>
              <a:t>PATNA</a:t>
            </a:r>
            <a:endParaRPr sz="900" b="0" dirty="0">
              <a:solidFill>
                <a:srgbClr val="002D5C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6459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quickCart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488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91919"/>
                </a:solidFill>
                <a:latin typeface="Arial"/>
              </a:rPr>
              <a:t>A Hyperlocal Quick-Commerce Mobile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43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Ayush (A45304825002) -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Under the Supervision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8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Dr. Sushant Kumar Dubey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074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Amity Institute Of Information Technology, Patna
10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</a:rPr>
              <a:t>Internship Offer Letter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6" y="1143000"/>
            <a:ext cx="3826186" cy="5303520"/>
          </a:xfrm>
          <a:prstGeom prst="rect">
            <a:avLst/>
          </a:prstGeom>
          <a:ln w="12700">
            <a:solidFill>
              <a:srgbClr val="FFD7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BBCC"/>
                </a:solidFill>
              </a:rPr>
              <a:t>Ayush  |  quickCart E-Commerce App  |  Internship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</a:rPr>
              <a:t>Internship Completion Certificate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ertific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02" y="1143000"/>
            <a:ext cx="7106194" cy="5120640"/>
          </a:xfrm>
          <a:prstGeom prst="rect">
            <a:avLst/>
          </a:prstGeom>
          <a:ln w="12700">
            <a:solidFill>
              <a:srgbClr val="FFD7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BBCC"/>
                </a:solidFill>
              </a:rPr>
              <a:t>Ayush  |  quickCart E-Commerce App  |  Internship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Introduction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Problem Statement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Objectives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Conceptual Framework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Tools and Technologies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System Architecture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Modules and Implementation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Testing and Results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Future Scope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quickCart is a hyperlocal quick-commerce mobile application for groceries and daily essentials.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Users can select their state or city, browse products, add items to cart, and place Cash on Delivery orders.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The application uses Expo SDK 54, React Native, TypeScript, Firebase, and a role-based admin panel.</a:t>
            </a:r>
          </a:p>
        </p:txBody>
      </p:sp>
      <p:pic>
        <p:nvPicPr>
          <p:cNvPr id="11" name="Picture 10" descr="Screenshot_2026-07-30_000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97055"/>
            <a:ext cx="3200400" cy="1592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Local grocery ordering often lacks real-time inventory visibility and simple mobile ordering.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Small vendors need an easy way to manage products, categories, delivery cities, users, and orders.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Customers need a fast, location-aware platform for finding essentials and tracking delivery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Develop a cross-platform mobile app for grocery and essentials ordering.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Implement secure authentication with email, OTP verification, and password recovery.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Provide cart, checkout, address management, order history, and live order tracking.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Build an admin panel for product, category, city, user, and order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Conceptual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Customer side: onboarding, authentication, location selection, product discovery, cart, checkout, and order tracking.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Admin side: dashboard, CRUD operations, user role management, and order status updates.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Backend side: Firebase Auth, Firestore collections, Storage assets, security rules, and OTP email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Tools and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Frontend: Expo SDK 54, React Native 0.81.5, Expo Router 6, TypeScript 5.9.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Backend: Firebase Authentication, Cloud Firestore, Firebase Storage, Firebase Functions.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Utilities: AsyncStorage, expo-image, expo-notifications, expo-location, nodemailer OTP server.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Build and testing: EAS Build, ESLint, TypeScript, Node test runner.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System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31720"/>
            <a:ext cx="21488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00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41448"/>
            <a:ext cx="199339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Mobile App
Expo + React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31720"/>
            <a:ext cx="21488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00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441448"/>
            <a:ext cx="199339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Services Layer
Orders, Address,
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331720"/>
            <a:ext cx="21488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00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441448"/>
            <a:ext cx="199339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Firebase
Auth, Firestore,
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343400"/>
            <a:ext cx="21488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00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0752" y="4453128"/>
            <a:ext cx="199339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Admin Panel
Inventory, Users,
Orders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2743200"/>
            <a:ext cx="6858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06440" y="2743200"/>
            <a:ext cx="6858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36592" y="3154680"/>
            <a:ext cx="0" cy="11887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Application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Splash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5740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21284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Login / Signup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205740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221284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OTP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5740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21284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Location Picker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72160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Home /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56616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372160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Cart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56616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372160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Checkout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566160"/>
            <a:ext cx="1965960" cy="566928"/>
          </a:xfrm>
          <a:prstGeom prst="rect">
            <a:avLst/>
          </a:prstGeom>
          <a:solidFill>
            <a:srgbClr val="E8F8E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72160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rial"/>
              </a:rPr>
              <a:t>Order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Database / 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users: customer profiles, admin roles, push tokens.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products: product title, price, image, category, state, city, rating, availability.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categories: category names, icons, colors, order, visibility flags.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orders: items, totals, payment method, delivery address, status, timestamps.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states: delivery states, cities, nested banners/categories/products.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Main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Authentication Module: login, signup, OTP verification, forgot password.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Shopping Module: home feed, search, product detail, cart, checkout.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Order Module: order placement, status workflow, order history and tracking.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Admin Module: dashboard, products, categories, cities, users, and orders.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Notification Module: local/user notifications and admin order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Testing and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Unit tests validate the order status state machine.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Firestore smoke-test scripts verify database connectivity and expected collections.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Form validators are separated in utility modules for reuse across auth and address flows.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Firestore security rules and role checks restrict admin functionality.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 functional quick-commerce app with real shopping and checkout workflows.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Location-aware product browsing for Indian states and cities.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Real-time inventory and order administration for operators.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Improved customer convenience through quick ordering and order-status visibility.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Online payment gateway integration such as UPI, cards, and wallets.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Delivery partner app with assignment, route tracking, and proof of delivery.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Recommendation engine based on purchase history and location trends.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Coupons, subscriptions, inventory alerts, analytics dashboard, and multi-vendor support.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24358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Expo SDK 54 Documentation: https://docs.expo.dev/versions/v54.0.0/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React Native Documentation: https://reactnative.dev/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Firebase Documentation: https://firebase.google.com/docs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Expo Router Documentation: https://docs.expo.dev/router/introduction/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Project source code and README: quickCart repository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" y="201168"/>
            <a:ext cx="13258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2D5C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777240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2D5C"/>
                </a:solidFill>
                <a:latin typeface="Arial"/>
              </a:rPr>
              <a:t>PATNA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512064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9008" y="987552"/>
            <a:ext cx="452628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02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2D5C"/>
                </a:solidFill>
                <a:latin typeface="Arial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461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rial"/>
              </a:rPr>
              <a:t>Ayush (A45304825002) - BCA</a:t>
            </a:r>
          </a:p>
        </p:txBody>
      </p:sp>
      <p:pic>
        <p:nvPicPr>
          <p:cNvPr id="11" name="Picture 10" descr="quickc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886200"/>
            <a:ext cx="1463040" cy="836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814</Words>
  <Application>Microsoft Office PowerPoint</Application>
  <PresentationFormat>Custom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Mr Ayush</cp:lastModifiedBy>
  <cp:revision>5</cp:revision>
  <dcterms:created xsi:type="dcterms:W3CDTF">2013-01-27T09:14:16Z</dcterms:created>
  <dcterms:modified xsi:type="dcterms:W3CDTF">2026-08-10T05:26:32Z</dcterms:modified>
  <cp:category/>
</cp:coreProperties>
</file>