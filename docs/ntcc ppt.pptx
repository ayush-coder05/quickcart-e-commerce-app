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9728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86868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82B4D"/>
                </a:solidFill>
              </a:rPr>
              <a:t>NTCC Progress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444752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917C"/>
                </a:solidFill>
              </a:rPr>
              <a:t>quickCart: Hyperlocal Grocery &amp; Essentials Delivery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</a:rPr>
              <a:t>Weekly Progress Report, Conceptual Framework, Objectives &amp;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606040"/>
            <a:ext cx="1143000" cy="320040"/>
          </a:xfrm>
          <a:prstGeom prst="roundRect">
            <a:avLst>
              <a:gd name="adj" fmla="val 45000"/>
            </a:avLst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660904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Expo SDK 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38528" y="2606040"/>
            <a:ext cx="1188720" cy="320040"/>
          </a:xfrm>
          <a:prstGeom prst="roundRect">
            <a:avLst>
              <a:gd name="adj" fmla="val 45000"/>
            </a:avLst>
          </a:prstGeom>
          <a:solidFill>
            <a:srgbClr val="009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8528" y="266090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React Native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5264" y="2606040"/>
            <a:ext cx="960120" cy="320040"/>
          </a:xfrm>
          <a:prstGeom prst="roundRect">
            <a:avLst>
              <a:gd name="adj" fmla="val 45000"/>
            </a:avLst>
          </a:prstGeom>
          <a:solidFill>
            <a:srgbClr val="EE8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55264" y="2660904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Firebase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606040"/>
            <a:ext cx="1005840" cy="320040"/>
          </a:xfrm>
          <a:prstGeom prst="roundRect">
            <a:avLst>
              <a:gd name="adj" fmla="val 45000"/>
            </a:avLst>
          </a:prstGeom>
          <a:solidFill>
            <a:srgbClr val="2A9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66090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TypeScript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43891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29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17C"/>
                </a:solidFill>
              </a:rPr>
              <a:t>Project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13048"/>
            <a:ext cx="391363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Student: Ayush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Project type: Mobile application development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Domain: Quick commerce / e-commerce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Platform: Android and iOS</a:t>
            </a:r>
          </a:p>
        </p:txBody>
      </p:sp>
      <p:pic>
        <p:nvPicPr>
          <p:cNvPr id="16" name="Picture 15" descr="readme_b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960120"/>
            <a:ext cx="4663440" cy="2602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697A"/>
                </a:solidFill>
              </a:rPr>
              <a:t>AMITY UNIVERSITY PATNA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1945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A"/>
                </a:solidFill>
              </a:rPr>
              <a:t>quickCart NTCC Progress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7132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82B4D"/>
                </a:solidFill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C697A"/>
                </a:solidFill>
              </a:rPr>
              <a:t>What the NTCC project aims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9966960" cy="27432"/>
          </a:xfrm>
          <a:prstGeom prst="rect">
            <a:avLst/>
          </a:prstGeom>
          <a:solidFill>
            <a:srgbClr val="009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95097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C58"/>
                </a:solidFill>
              </a:rPr>
              <a:t>Primary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58568"/>
            <a:ext cx="90342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Design a user-friendly quick-commerce mobile app for groceries and daily essentials.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Implement authentication, OTP verification, location selection, product browsing and cart flow.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Enable order placement with real-time status tracking through Firebase Firestore.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Build an admin panel for product, category, city, order and user management.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Apply maintainable Expo Router, TypeScript and Firebase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697A"/>
                </a:solidFill>
              </a:rPr>
              <a:t>AMITY UNIVERSITY PATNA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1945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A"/>
                </a:solidFill>
              </a:rPr>
              <a:t>quickCart NTCC Progress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7132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82B4D"/>
                </a:solidFill>
              </a:rPr>
              <a:t>Conceptual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C697A"/>
                </a:solidFill>
              </a:rPr>
              <a:t>How users, app modules and backend services interact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9966960" cy="27432"/>
          </a:xfrm>
          <a:prstGeom prst="rect">
            <a:avLst/>
          </a:prstGeom>
          <a:solidFill>
            <a:srgbClr val="009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1417320" cy="777240"/>
          </a:xfrm>
          <a:prstGeom prst="roundRect">
            <a:avLst>
              <a:gd name="adj" fmla="val 15000"/>
            </a:avLst>
          </a:prstGeom>
          <a:solidFill>
            <a:srgbClr val="009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5059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286000"/>
            <a:ext cx="1417320" cy="777240"/>
          </a:xfrm>
          <a:prstGeom prst="roundRect">
            <a:avLst>
              <a:gd name="adj" fmla="val 15000"/>
            </a:avLst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45059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Mobile App
Expo + 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2286000"/>
            <a:ext cx="1417320" cy="777240"/>
          </a:xfrm>
          <a:prstGeom prst="roundRect">
            <a:avLst>
              <a:gd name="adj" fmla="val 15000"/>
            </a:avLst>
          </a:prstGeom>
          <a:solidFill>
            <a:srgbClr val="EE8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45059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Firebase
Auth/Firestore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2286000"/>
            <a:ext cx="1417320" cy="777240"/>
          </a:xfrm>
          <a:prstGeom prst="roundRect">
            <a:avLst>
              <a:gd name="adj" fmla="val 15000"/>
            </a:avLst>
          </a:prstGeom>
          <a:solidFill>
            <a:srgbClr val="2A9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45059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Admin Panel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2286000"/>
            <a:ext cx="1417320" cy="777240"/>
          </a:xfrm>
          <a:prstGeom prst="roundRect">
            <a:avLst>
              <a:gd name="adj" fmla="val 15000"/>
            </a:avLst>
          </a:prstGeom>
          <a:solidFill>
            <a:srgbClr val="C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45059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Order
Fulfilment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48716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697A"/>
                </a:solidFill>
              </a:rPr>
              <a:t>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48716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697A"/>
                </a:solidFill>
              </a:rPr>
              <a:t>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48716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697A"/>
                </a:solidFill>
              </a:rPr>
              <a:t>-&gt;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48716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697A"/>
                </a:solidFill>
              </a:rP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749039"/>
            <a:ext cx="86868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931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17C"/>
                </a:solidFill>
              </a:rPr>
              <a:t>Framework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315968"/>
            <a:ext cx="8211312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Input: user credentials, selected location, product demand and cart data.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Processing: validation, product filtering, cart calculation and order status updates.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Storage: users, products, categories, states/cities, banners and orders in Firebase.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Output: personalized product feed, confirmed order, live status and admin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697A"/>
                </a:solidFill>
              </a:rPr>
              <a:t>AMITY UNIVERSITY PATNA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1945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A"/>
                </a:solidFill>
              </a:rPr>
              <a:t>quickCart NTCC Progress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7132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82B4D"/>
                </a:solidFill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C697A"/>
                </a:solidFill>
              </a:rPr>
              <a:t>Development approach followed during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9966960" cy="27432"/>
          </a:xfrm>
          <a:prstGeom prst="rect">
            <a:avLst/>
          </a:prstGeom>
          <a:solidFill>
            <a:srgbClr val="009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95097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E843A"/>
                </a:solidFill>
              </a:rPr>
              <a:t>Iterative Development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58568"/>
            <a:ext cx="90342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Requirement analysis: studied quick-commerce flows, user roles and Firebase data needs.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UI/UX planning: mapped splash, auth, location, home, search, cart, checkout and profile screens.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Implementation: built Expo Router screens, reusable components and TypeScript utilities.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Backend integration: configured Firebase Auth, Firestore, Storage and custom email OTP server.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Testing and refinement: validated order status logic, Firestore rules and core user journeys.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697A"/>
                </a:solidFill>
              </a:rPr>
              <a:t>AMITY UNIVERSITY PATNA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1945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A"/>
                </a:solidFill>
              </a:rPr>
              <a:t>quickCart NTCC Progress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7132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82B4D"/>
                </a:solidFill>
              </a:rPr>
              <a:t>Weekly Progress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C697A"/>
                </a:solidFill>
              </a:rPr>
              <a:t>Summary of work completed across project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9966960" cy="27432"/>
          </a:xfrm>
          <a:prstGeom prst="rect">
            <a:avLst/>
          </a:prstGeom>
          <a:solidFill>
            <a:srgbClr val="009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91640"/>
            <a:ext cx="960120" cy="320040"/>
          </a:xfrm>
          <a:prstGeom prst="roundRect">
            <a:avLst>
              <a:gd name="adj" fmla="val 45000"/>
            </a:avLst>
          </a:prstGeom>
          <a:solidFill>
            <a:srgbClr val="009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46504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728216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82B4D"/>
                </a:solidFill>
              </a:rPr>
              <a:t>Requirement study, scope definition, project planning and technology selection.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94560"/>
            <a:ext cx="960120" cy="320040"/>
          </a:xfrm>
          <a:prstGeom prst="roundRect">
            <a:avLst>
              <a:gd name="adj" fmla="val 45000"/>
            </a:avLst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9424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231136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82B4D"/>
                </a:solidFill>
              </a:rPr>
              <a:t>Expo SDK 54 setup, routing structure, Firebase configuration and UI flow planning.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697480"/>
            <a:ext cx="960120" cy="320040"/>
          </a:xfrm>
          <a:prstGeom prst="roundRect">
            <a:avLst>
              <a:gd name="adj" fmla="val 45000"/>
            </a:avLst>
          </a:prstGeom>
          <a:solidFill>
            <a:srgbClr val="009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52344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34056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82B4D"/>
                </a:solidFill>
              </a:rPr>
              <a:t>Authentication, OTP verification, permission flow and state/location picker.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00400"/>
            <a:ext cx="960120" cy="320040"/>
          </a:xfrm>
          <a:prstGeom prst="roundRect">
            <a:avLst>
              <a:gd name="adj" fmla="val 45000"/>
            </a:avLst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55264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Week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236976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82B4D"/>
                </a:solidFill>
              </a:rPr>
              <a:t>Home feed, category rail, search, product detail, cart and checkout modules.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03320"/>
            <a:ext cx="960120" cy="320040"/>
          </a:xfrm>
          <a:prstGeom prst="roundRect">
            <a:avLst>
              <a:gd name="adj" fmla="val 45000"/>
            </a:avLst>
          </a:prstGeom>
          <a:solidFill>
            <a:srgbClr val="009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58183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Week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739896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82B4D"/>
                </a:solidFill>
              </a:rPr>
              <a:t>Order placement, order status tracking and admin dashboard/product management.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206240"/>
            <a:ext cx="960120" cy="320040"/>
          </a:xfrm>
          <a:prstGeom prst="roundRect">
            <a:avLst>
              <a:gd name="adj" fmla="val 45000"/>
            </a:avLst>
          </a:prstGeom>
          <a:solidFill>
            <a:srgbClr val="18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61103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Week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242816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82B4D"/>
                </a:solidFill>
              </a:rPr>
              <a:t>Admin order/user management, Firestore rules, testing, documentation and final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697A"/>
                </a:solidFill>
              </a:rPr>
              <a:t>AMITY UNIVERSITY PATNA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1945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A"/>
                </a:solidFill>
              </a:rPr>
              <a:t>quickCart NTCC Progress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7132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82B4D"/>
                </a:solidFill>
              </a:rPr>
              <a:t>Current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C697A"/>
                </a:solidFill>
              </a:rPr>
              <a:t>Present implementation progress as of 10 August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9966960" cy="27432"/>
          </a:xfrm>
          <a:prstGeom prst="rect">
            <a:avLst/>
          </a:prstGeom>
          <a:solidFill>
            <a:srgbClr val="009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466344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17C"/>
                </a:solidFill>
              </a:rPr>
              <a:t>Completed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58568"/>
            <a:ext cx="418795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Functional prototype stage with customer and admin workflows implemented.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Customer screens include auth, OTP, location picker, home, search, product detail, cart, checkout, orders and profile.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Admin screens include dashboard, products, categories, cities, orders, users and CRUD management.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Firebase configuration, Firestore rules, indexes, storage rules and service modules are present.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Project documentation and presentation/reporting assets have been prepared.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691640"/>
            <a:ext cx="466344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8745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C58"/>
                </a:solidFill>
              </a:rPr>
              <a:t>Technical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2258568"/>
            <a:ext cx="418795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Expo SDK 54 with React Native 0.81.5 and TypeScript 5.9.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Expo Router 6 used for file-based customer and admin navigation.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Firebase Auth, Firestore and Storage used for backend workflows.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Reusable utilities handle cart state, selected state, validation, currency and order status.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EAS build profiles are configured for development, preview and production.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697A"/>
                </a:solidFill>
              </a:rPr>
              <a:t>AMITY UNIVERSITY PATNA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1945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A"/>
                </a:solidFill>
              </a:rPr>
              <a:t>quickCart NTCC Progress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7132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82B4D"/>
                </a:solidFill>
              </a:rPr>
              <a:t>Modules &amp; 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C697A"/>
                </a:solidFill>
              </a:rPr>
              <a:t>Major functional blocks of quickCart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9966960" cy="27432"/>
          </a:xfrm>
          <a:prstGeom prst="rect">
            <a:avLst/>
          </a:prstGeom>
          <a:solidFill>
            <a:srgbClr val="009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466344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17C"/>
                </a:solidFill>
              </a:rPr>
              <a:t>Functional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58568"/>
            <a:ext cx="418795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Customer app: onboarding, auth, browsing, cart, checkout, orders and profile.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Admin app: dashboard, inventory CRUD, city setup, order updates and user roles.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Data layer: Firestore services, typed utilities and lightweight local state stores.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Security: role-gated admin routes and Firestore security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691640"/>
            <a:ext cx="466344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8745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9C58"/>
                </a:solidFill>
              </a:rPr>
              <a:t>Database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2258568"/>
            <a:ext cx="418795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users: customer profile and role.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products: product catalog by state and category.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categories: category metadata and display ordering.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orders: cart items, customer details and delivery status.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states: serviceable states and cities.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697A"/>
                </a:solidFill>
              </a:rPr>
              <a:t>AMITY UNIVERSITY PATNA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1945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A"/>
                </a:solidFill>
              </a:rPr>
              <a:t>quickCart NTCC Progress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7132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82B4D"/>
                </a:solidFill>
              </a:rPr>
              <a:t>Verification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C697A"/>
                </a:solidFill>
              </a:rPr>
              <a:t>Testing result, known issue and planned improvements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9966960" cy="27432"/>
          </a:xfrm>
          <a:prstGeom prst="rect">
            <a:avLst/>
          </a:prstGeom>
          <a:solidFill>
            <a:srgbClr val="009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466344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E843A"/>
                </a:solidFill>
              </a:rPr>
              <a:t>Verification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58568"/>
            <a:ext cx="418795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Lint command executed successfully with 0 errors and 33 warnings.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Warnings mainly relate to unused imports/variables and React hook dependency checks.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Unit test command executed but 2 order-status tests failed.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Failure reason: test expectations use an older status flow than the current implementation.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691640"/>
            <a:ext cx="466344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8745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4040"/>
                </a:solidFill>
              </a:rP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2258568"/>
            <a:ext cx="418795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Align order-status tests with the final business workflow.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Clean lint warnings and rerun verification commands.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Run customer flow testing from signup to checkout.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Run admin flow testing for product management and order status updates.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Review generated presentation/report files before final submission.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697A"/>
                </a:solidFill>
              </a:rPr>
              <a:t>AMITY UNIVERSITY PATNA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1945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A"/>
                </a:solidFill>
              </a:rPr>
              <a:t>quickCart NTCC Progress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7132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82B4D"/>
                </a:solidFill>
              </a:rP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C697A"/>
                </a:solidFill>
              </a:rPr>
              <a:t>Deliverables and benefits of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9966960" cy="27432"/>
          </a:xfrm>
          <a:prstGeom prst="rect">
            <a:avLst/>
          </a:prstGeom>
          <a:solidFill>
            <a:srgbClr val="009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95097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4040"/>
                </a:solidFill>
              </a:rPr>
              <a:t>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58568"/>
            <a:ext cx="90342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A working quick-commerce mobile application for grocery and essentials ordering.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Admin workflow to keep products, cities, users and orders manageable.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Firebase-backed real-time order tracking and scalable product data storage.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Cleaner understanding of mobile app architecture, backend integration and deployment workflow.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NTCC documentation and presentation artifacts for academic evaluation.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697A"/>
                </a:solidFill>
              </a:rPr>
              <a:t>AMITY UNIVERSITY PATNA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1945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A"/>
                </a:solidFill>
              </a:rPr>
              <a:t>quickCart NTCC Progress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7132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82B4D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C697A"/>
                </a:solidFill>
              </a:rPr>
              <a:t>Current status and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9966960" cy="27432"/>
          </a:xfrm>
          <a:prstGeom prst="rect">
            <a:avLst/>
          </a:prstGeom>
          <a:solidFill>
            <a:srgbClr val="0091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874519"/>
            <a:ext cx="877824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05740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17C"/>
                </a:solidFill>
              </a:rPr>
              <a:t>Project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441448"/>
            <a:ext cx="8302752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Core customer journey and admin management workflows are defined and implemented.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The project demonstrates practical use of Expo, React Native, Firebase and TypeScript.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The main stabilization task is to align order-status tests with the implemented workflow.</a:t>
            </a:r>
          </a:p>
          <a:p>
            <a:pPr>
              <a:spcAft>
                <a:spcPts val="600"/>
              </a:spcAft>
              <a:defRPr sz="1100">
                <a:solidFill>
                  <a:srgbClr val="182B4D"/>
                </a:solidFill>
              </a:defRPr>
            </a:pPr>
            <a:r>
              <a:t>Next improvements include payment integration, delivery partner workflow, analytics and production hardening.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82B4D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